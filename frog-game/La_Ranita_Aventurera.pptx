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6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0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4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6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4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6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slide" Target="slide40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slide" Target="slide42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slide" Target="slide44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slide" Target="slide4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slide" Target="slide50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slide" Target="slide52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slide" Target="slide54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slide" Target="slide56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80160" y="822960"/>
            <a:ext cx="9601200" cy="2560320"/>
          </a:xfrm>
          <a:prstGeom prst="roundRect">
            <a:avLst/>
          </a:prstGeom>
          <a:solidFill>
            <a:srgbClr val="12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005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EFAE0"/>
                </a:solidFill>
                <a:latin typeface="Comic Sans MS"/>
              </a:rPr>
              <a:t>🐸 La Ranita Aventurera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6596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8F3DC"/>
                </a:solidFill>
                <a:latin typeface="Comic Sans MS"/>
              </a:rPr>
              <a:t>Laguna → Bosque → Selva  ·  6 saltos por nivel
Casi todas las hojas son seguras… ¡pero algunas se rompen!</a:t>
            </a:r>
          </a:p>
        </p:txBody>
      </p:sp>
      <p:pic>
        <p:nvPicPr>
          <p:cNvPr id="6" name="Picture 5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566160"/>
            <a:ext cx="1463040" cy="1463040"/>
          </a:xfrm>
          <a:prstGeom prst="rect">
            <a:avLst/>
          </a:prstGeom>
        </p:spPr>
      </p:pic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4023360" y="5303520"/>
            <a:ext cx="4114800" cy="8686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FFFFFF"/>
                </a:solidFill>
                <a:latin typeface="Comic Sans MS"/>
              </a:rPr>
              <a:t>▶  Empezar aventura</a:t>
            </a: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Nivel 1 — Laguna al amanecer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Salta 6 veces hasta la orilla brillante</a:t>
            </a:r>
          </a:p>
        </p:txBody>
      </p:sp>
      <p:pic>
        <p:nvPicPr>
          <p:cNvPr id="6" name="Picture 5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74320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EFAE0"/>
                </a:solidFill>
                <a:latin typeface="Comic Sans MS"/>
              </a:rPr>
              <a:t>Las hojas frágiles se ven iguales… ¡casi nunca se rompen!</a:t>
            </a: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4114800" y="5303520"/>
            <a:ext cx="3931920" cy="8229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14281E"/>
                </a:solidFill>
                <a:latin typeface="Comic Sans MS"/>
              </a:rPr>
              <a:t>¡Entrar al nivel! ▶</a:t>
            </a: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931920"/>
            <a:ext cx="1051560" cy="1051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Nivel 1 — Laguna al amanecer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1/6 — toca el primer nenúfar 🪷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097280" y="438912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88036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1/6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88620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1/6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1920240" y="411480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2286000" y="39319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1554480" y="384048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2743200" y="329184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24028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2/6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78892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2/6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3566160" y="30175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3931920" y="28346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3200400" y="274320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4389120" y="457200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73736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3/6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406908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3/6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5212080" y="429768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5577840" y="411480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4846320" y="40233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6035040" y="310896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5740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4/6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0604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4/6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6858000" y="28346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7223760" y="26517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6492240" y="25603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7680960" y="448056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554479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5/6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97764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5/6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8503920" y="42062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8869680" y="40233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8138160" y="39319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9326880" y="338328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33172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6/6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287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88036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6/6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¡Toca la meta azul del nivel!</a:t>
            </a:r>
          </a:p>
        </p:txBody>
      </p:sp>
      <p:sp>
        <p:nvSpPr>
          <p:cNvPr id="14" name="Sun 13"/>
          <p:cNvSpPr/>
          <p:nvPr/>
        </p:nvSpPr>
        <p:spPr>
          <a:xfrm>
            <a:off x="10149840" y="31089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10515600" y="292608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9784080" y="28346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10515600" y="2926080"/>
            <a:ext cx="1280160" cy="1280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ag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🏁 ¡Nivel completado!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Nivel 1 — Laguna al amanecer</a:t>
            </a:r>
          </a:p>
        </p:txBody>
      </p:sp>
      <p:pic>
        <p:nvPicPr>
          <p:cNvPr id="6" name="Picture 5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74320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EFAE0"/>
                </a:solidFill>
                <a:latin typeface="Comic Sans MS"/>
              </a:rPr>
              <a:t>La ranita cruzó este escenario 💚</a:t>
            </a:r>
          </a:p>
        </p:txBody>
      </p:sp>
    </p:spTree>
  </p:cSld>
  <p:clrMapOvr>
    <a:masterClrMapping/>
  </p:clrMapOvr>
  <p:transition advClick="0" advTm="12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✨ Nuevo escenario desbloqueado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Nivel 2 — Bosque misterioso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FAE0"/>
                </a:solidFill>
                <a:latin typeface="Comic Sans MS"/>
              </a:rPr>
              <a:t>El paisaje cambia… ¡la aventura continúa!</a:t>
            </a:r>
          </a:p>
        </p:txBody>
      </p:sp>
    </p:spTree>
  </p:cSld>
  <p:clrMapOvr>
    <a:masterClrMapping/>
  </p:clrMapOvr>
  <p:transition advClick="0" advTm="1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Nivel 2 — Bosque misterioso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Entre musgo y troncos… ¡cuidado con hojas frágiles!</a:t>
            </a:r>
          </a:p>
        </p:txBody>
      </p:sp>
      <p:pic>
        <p:nvPicPr>
          <p:cNvPr id="6" name="Picture 5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74320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EFAE0"/>
                </a:solidFill>
                <a:latin typeface="Comic Sans MS"/>
              </a:rPr>
              <a:t>Las hojas frágiles se ven iguales… ¡casi nunca se rompen!</a:t>
            </a: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4114800" y="5303520"/>
            <a:ext cx="3931920" cy="8229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14281E"/>
                </a:solidFill>
                <a:latin typeface="Comic Sans MS"/>
              </a:rPr>
              <a:t>¡Entrar al nivel! ▶</a:t>
            </a:r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931920"/>
            <a:ext cx="1051560" cy="1051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Nivel 2 — Bosque misterioso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1/6 — toca el primer nenúfar 🪷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097280" y="438912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88036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1/6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88620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1/6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1920240" y="411480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2286000" y="39319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1554480" y="384048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2743200" y="329184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24028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2/6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78892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2/6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3566160" y="30175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3931920" y="28346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3200400" y="274320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4389120" y="457200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73736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3/6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406908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3/6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5212080" y="429768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5577840" y="411480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4846320" y="40233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6035040" y="310896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5740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…</a:t>
            </a:r>
          </a:p>
        </p:txBody>
      </p:sp>
    </p:spTree>
  </p:cSld>
  <p:clrMapOvr>
    <a:masterClrMapping/>
  </p:clrMapOvr>
  <p:transition advClick="0" advTm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_c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_hal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429000"/>
            <a:ext cx="868680" cy="86868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9" name="Picture 8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rog_sca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606040"/>
            <a:ext cx="1005840" cy="1005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💥 ¡CRACK!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¡La hoja era frágil!</a:t>
            </a:r>
          </a:p>
        </p:txBody>
      </p:sp>
    </p:spTree>
  </p:cSld>
  <p:clrMapOvr>
    <a:masterClrMapping/>
  </p:clrMapOvr>
  <p:transition advClick="0" advTm="55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_c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_hal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429000"/>
            <a:ext cx="868680" cy="86868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9" name="Picture 8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rog_sca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886200"/>
            <a:ext cx="1005840" cy="1005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😱 ¡Se rompió!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ranita cae al agua…</a:t>
            </a:r>
          </a:p>
        </p:txBody>
      </p:sp>
    </p:spTree>
  </p:cSld>
  <p:clrMapOvr>
    <a:masterClrMapping/>
  </p:clrMapOvr>
  <p:transition advClick="0" advTm="5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926080"/>
            <a:ext cx="2011680" cy="2011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82880"/>
            <a:ext cx="11247120" cy="77724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💦 ¡Plash!</a:t>
            </a:r>
          </a:p>
        </p:txBody>
      </p:sp>
    </p:spTree>
  </p:cSld>
  <p:clrMapOvr>
    <a:masterClrMapping/>
  </p:clrMapOvr>
  <p:transition advClick="0" advTm="55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645920"/>
            <a:ext cx="8503920" cy="2743200"/>
          </a:xfrm>
          <a:prstGeom prst="roundRect">
            <a:avLst/>
          </a:prstGeom>
          <a:solidFill>
            <a:srgbClr val="4A1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DD2"/>
                </a:solidFill>
                <a:latin typeface="Comic Sans MS"/>
              </a:rPr>
              <a:t>💧 ¡Al agua!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7432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EFAE0"/>
                </a:solidFill>
                <a:latin typeface="Comic Sans MS"/>
              </a:rPr>
              <a:t>Esa hoja se partió… ¡pasa muy pocas veces!
La ranita encontró otra hoja firme. ¡Sigue!</a:t>
            </a:r>
          </a:p>
        </p:txBody>
      </p:sp>
      <p:pic>
        <p:nvPicPr>
          <p:cNvPr id="6" name="Picture 5" descr="frog_sca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114800"/>
            <a:ext cx="1097280" cy="1097280"/>
          </a:xfrm>
          <a:prstGeom prst="rect">
            <a:avLst/>
          </a:prstGeom>
        </p:spPr>
      </p:pic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4114800" y="5486400"/>
            <a:ext cx="3931920" cy="7772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14281E"/>
                </a:solidFill>
                <a:latin typeface="Comic Sans MS"/>
              </a:rPr>
              <a:t>Continuar ▶</a:t>
            </a:r>
          </a:p>
        </p:txBody>
      </p:sp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0604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Salto 4/6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Ahora sí… ¡hoja firme! Sigue 🪷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7680960" y="448056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554479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5/6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97764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5/6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8503920" y="42062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8869680" y="40233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8138160" y="39319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9326880" y="338328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33172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6/6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E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88036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6/6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¡Toca la meta azul del nivel!</a:t>
            </a:r>
          </a:p>
        </p:txBody>
      </p:sp>
      <p:sp>
        <p:nvSpPr>
          <p:cNvPr id="14" name="Sun 13"/>
          <p:cNvSpPr/>
          <p:nvPr/>
        </p:nvSpPr>
        <p:spPr>
          <a:xfrm>
            <a:off x="10149840" y="31089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10515600" y="292608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9784080" y="28346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10515600" y="2926080"/>
            <a:ext cx="1280160" cy="1280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1B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🏁 ¡Nivel completado!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Nivel 2 — Bosque misterioso</a:t>
            </a:r>
          </a:p>
        </p:txBody>
      </p:sp>
      <p:pic>
        <p:nvPicPr>
          <p:cNvPr id="6" name="Picture 5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74320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EFAE0"/>
                </a:solidFill>
                <a:latin typeface="Comic Sans MS"/>
              </a:rPr>
              <a:t>La ranita cruzó este escenario 💚</a:t>
            </a:r>
          </a:p>
        </p:txBody>
      </p:sp>
    </p:spTree>
  </p:cSld>
  <p:clrMapOvr>
    <a:masterClrMapping/>
  </p:clrMapOvr>
  <p:transition advClick="0" advTm="12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✨ Nuevo escenario desbloqueado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Nivel 3 — Selva tropical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FAE0"/>
                </a:solidFill>
                <a:latin typeface="Comic Sans MS"/>
              </a:rPr>
              <a:t>El paisaje cambia… ¡la aventura continúa!</a:t>
            </a:r>
          </a:p>
        </p:txBody>
      </p:sp>
    </p:spTree>
  </p:cSld>
  <p:clrMapOvr>
    <a:masterClrMapping/>
  </p:clrMapOvr>
  <p:transition advClick="0" advTm="1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Nivel 3 — Selva tropical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¡Último tramo! Lleva a la ranita a su hogar</a:t>
            </a:r>
          </a:p>
        </p:txBody>
      </p:sp>
      <p:pic>
        <p:nvPicPr>
          <p:cNvPr id="6" name="Picture 5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74320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EFAE0"/>
                </a:solidFill>
                <a:latin typeface="Comic Sans MS"/>
              </a:rPr>
              <a:t>Las hojas frágiles se ven iguales… ¡casi nunca se rompen!</a:t>
            </a: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4114800" y="5303520"/>
            <a:ext cx="3931920" cy="8229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14281E"/>
                </a:solidFill>
                <a:latin typeface="Comic Sans MS"/>
              </a:rPr>
              <a:t>¡Entrar al nivel! ▶</a:t>
            </a:r>
          </a:p>
        </p:txBody>
      </p:sp>
    </p:spTree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931920"/>
            <a:ext cx="1051560" cy="1051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Nivel 3 — Selva tropical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1/6 — toca el primer nenúfar 🪷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097280" y="438912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88036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1/6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88620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1/6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1920240" y="411480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2286000" y="39319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1554480" y="384048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2743200" y="329184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24028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2/6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78892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2/6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3566160" y="30175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3931920" y="28346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3200400" y="274320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4389120" y="457200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73736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…</a:t>
            </a:r>
          </a:p>
        </p:txBody>
      </p:sp>
    </p:spTree>
  </p:cSld>
  <p:clrMapOvr>
    <a:masterClrMapping/>
  </p:clrMapOvr>
  <p:transition advClick="0" advTm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_c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_hal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892040"/>
            <a:ext cx="868680" cy="86868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9" name="Picture 8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rog_sca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4069080"/>
            <a:ext cx="1005840" cy="1005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💥 ¡CRACK!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¡La hoja era frágil!</a:t>
            </a:r>
          </a:p>
        </p:txBody>
      </p:sp>
    </p:spTree>
  </p:cSld>
  <p:clrMapOvr>
    <a:masterClrMapping/>
  </p:clrMapOvr>
  <p:transition advClick="0" advTm="55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_c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_hal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892040"/>
            <a:ext cx="868680" cy="86868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9" name="Picture 8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rog_sca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5349240"/>
            <a:ext cx="1005840" cy="1005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😱 ¡Se rompió!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ranita cae al agua…</a:t>
            </a:r>
          </a:p>
        </p:txBody>
      </p:sp>
    </p:spTree>
  </p:cSld>
  <p:clrMapOvr>
    <a:masterClrMapping/>
  </p:clrMapOvr>
  <p:transition advClick="0" advTm="5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926080"/>
            <a:ext cx="2011680" cy="2011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82880"/>
            <a:ext cx="11247120" cy="77724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💦 ¡Plash!</a:t>
            </a:r>
          </a:p>
        </p:txBody>
      </p:sp>
    </p:spTree>
  </p:cSld>
  <p:clrMapOvr>
    <a:masterClrMapping/>
  </p:clrMapOvr>
  <p:transition advClick="0" advTm="55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645920"/>
            <a:ext cx="8503920" cy="2743200"/>
          </a:xfrm>
          <a:prstGeom prst="roundRect">
            <a:avLst/>
          </a:prstGeom>
          <a:solidFill>
            <a:srgbClr val="4A1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DD2"/>
                </a:solidFill>
                <a:latin typeface="Comic Sans MS"/>
              </a:rPr>
              <a:t>💧 ¡Al agua!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7432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EFAE0"/>
                </a:solidFill>
                <a:latin typeface="Comic Sans MS"/>
              </a:rPr>
              <a:t>Esa hoja se partió… ¡pasa muy pocas veces!
La ranita encontró otra hoja firme. ¡Sigue!</a:t>
            </a:r>
          </a:p>
        </p:txBody>
      </p:sp>
      <p:pic>
        <p:nvPicPr>
          <p:cNvPr id="6" name="Picture 5" descr="frog_sca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114800"/>
            <a:ext cx="1097280" cy="1097280"/>
          </a:xfrm>
          <a:prstGeom prst="rect">
            <a:avLst/>
          </a:prstGeom>
        </p:spPr>
      </p:pic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4114800" y="5486400"/>
            <a:ext cx="3931920" cy="7772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14281E"/>
                </a:solidFill>
                <a:latin typeface="Comic Sans MS"/>
              </a:rPr>
              <a:t>Continuar ▶</a:t>
            </a:r>
          </a:p>
        </p:txBody>
      </p:sp>
    </p:spTree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406908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Salto 3/6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Ahora sí… ¡hoja firme! Sigue 🪷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6035040" y="310896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5740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4/6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0604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4/6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6858000" y="28346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7223760" y="26517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6492240" y="25603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7680960" y="448056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554479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5/6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97764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5/6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La hoja aguantó. Toca el siguiente nenúfar.</a:t>
            </a:r>
          </a:p>
        </p:txBody>
      </p:sp>
      <p:sp>
        <p:nvSpPr>
          <p:cNvPr id="14" name="Sun 13"/>
          <p:cNvSpPr/>
          <p:nvPr/>
        </p:nvSpPr>
        <p:spPr>
          <a:xfrm>
            <a:off x="8503920" y="42062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8869680" y="40233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8138160" y="393192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9326880" y="3383280"/>
            <a:ext cx="1234440" cy="1188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33172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🦘 ¡Salto!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Salto 6/6</a:t>
            </a:r>
          </a:p>
        </p:txBody>
      </p:sp>
    </p:spTree>
  </p:cSld>
  <p:clrMapOvr>
    <a:masterClrMapping/>
  </p:clrMapOvr>
  <p:transition advClick="0" advTm="35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1234440" cy="1234440"/>
          </a:xfrm>
          <a:prstGeom prst="rect">
            <a:avLst/>
          </a:prstGeom>
        </p:spPr>
      </p:pic>
      <p:pic>
        <p:nvPicPr>
          <p:cNvPr id="4" name="Picture 3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1234440" cy="1234440"/>
          </a:xfrm>
          <a:prstGeom prst="rect">
            <a:avLst/>
          </a:prstGeom>
        </p:spPr>
      </p:pic>
      <p:pic>
        <p:nvPicPr>
          <p:cNvPr id="5" name="Picture 4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72000"/>
            <a:ext cx="1234440" cy="1234440"/>
          </a:xfrm>
          <a:prstGeom prst="rect">
            <a:avLst/>
          </a:prstGeom>
        </p:spPr>
      </p:pic>
      <p:pic>
        <p:nvPicPr>
          <p:cNvPr id="6" name="Picture 5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1234440" cy="123444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80560"/>
            <a:ext cx="1234440" cy="123444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383280"/>
            <a:ext cx="1234440" cy="12344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515600" y="2926080"/>
            <a:ext cx="1280160" cy="1280160"/>
          </a:xfrm>
          <a:prstGeom prst="ellipse">
            <a:avLst/>
          </a:prstGeom>
          <a:solidFill>
            <a:srgbClr val="145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880360"/>
            <a:ext cx="1005840" cy="1005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⭐ ¡Muy bien!  6/6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¡Toca la meta azul del nivel!</a:t>
            </a:r>
          </a:p>
        </p:txBody>
      </p:sp>
      <p:sp>
        <p:nvSpPr>
          <p:cNvPr id="14" name="Sun 13"/>
          <p:cNvSpPr/>
          <p:nvPr/>
        </p:nvSpPr>
        <p:spPr>
          <a:xfrm>
            <a:off x="10149840" y="310896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un 14"/>
          <p:cNvSpPr/>
          <p:nvPr/>
        </p:nvSpPr>
        <p:spPr>
          <a:xfrm>
            <a:off x="10515600" y="292608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9784080" y="2834640"/>
            <a:ext cx="274320" cy="274320"/>
          </a:xfrm>
          <a:prstGeom prst="su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10515600" y="2926080"/>
            <a:ext cx="1280160" cy="1280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1247120" cy="105156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EFAE0"/>
                </a:solidFill>
                <a:latin typeface="Comic Sans MS"/>
              </a:rPr>
              <a:t>🏁 ¡Nivel completado!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C9"/>
                </a:solidFill>
                <a:latin typeface="Comic Sans MS"/>
              </a:rPr>
              <a:t>Nivel 3 — Selva tropical</a:t>
            </a:r>
          </a:p>
        </p:txBody>
      </p:sp>
      <p:pic>
        <p:nvPicPr>
          <p:cNvPr id="6" name="Picture 5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74320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EFAE0"/>
                </a:solidFill>
                <a:latin typeface="Comic Sans MS"/>
              </a:rPr>
              <a:t>La ranita cruzó este escenario 💚</a:t>
            </a:r>
          </a:p>
        </p:txBody>
      </p:sp>
    </p:spTree>
  </p:cSld>
  <p:clrMapOvr>
    <a:masterClrMapping/>
  </p:clrMapOvr>
  <p:transition advClick="0" advTm="12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924575" y="3566853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35883" y="3130506"/>
            <a:ext cx="146304" cy="146304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7866" y="264757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71011" y="1639931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15678" y="3600442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45865" y="1119400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184011" y="3435978"/>
            <a:ext cx="146304" cy="1463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18507" y="581022"/>
            <a:ext cx="146304" cy="146304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75871" y="5033333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29630" y="4652469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0679" y="5910197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71939" y="3770058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08689" y="788843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84649" y="1786986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57765" y="5500604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27049" y="2582165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36516" y="2717154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00586" y="4423390"/>
            <a:ext cx="146304" cy="1463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49847" y="6344774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31940" y="2212348"/>
            <a:ext cx="146304" cy="146304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606280" y="3721544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75673" y="6326632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466000" y="577472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02735" y="5160917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518719" y="308017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040469" y="5609675"/>
            <a:ext cx="146304" cy="1463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153217" y="4918662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60348" y="2240726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006050" y="639152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6211" y="855157"/>
            <a:ext cx="146304" cy="146304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44397" y="1410203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42674" y="1820513"/>
            <a:ext cx="146304" cy="1463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472580" y="2295815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228017" y="5758237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23596" y="5591795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01405" y="3886585"/>
            <a:ext cx="146304" cy="146304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364666" y="6232190"/>
            <a:ext cx="146304" cy="146304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08653" y="4126847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971970" y="2902882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187016" y="3592976"/>
            <a:ext cx="146304" cy="1463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66342" y="6322801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13918" y="4011862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75093" y="4083636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248978" y="5886818"/>
            <a:ext cx="146304" cy="146304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327964" y="4771918"/>
            <a:ext cx="146304" cy="1463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973351" y="6120005"/>
            <a:ext cx="146304" cy="1463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281547" y="1744338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623600" y="3922677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376166" y="2127041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905142" y="1825264"/>
            <a:ext cx="146304" cy="14630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391153" y="5238402"/>
            <a:ext cx="146304" cy="146304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060467" y="1000043"/>
            <a:ext cx="146304" cy="146304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746836" y="5180891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959451" y="4399025"/>
            <a:ext cx="146304" cy="1463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356242" y="218483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371600" y="1005840"/>
            <a:ext cx="9418320" cy="3200400"/>
          </a:xfrm>
          <a:prstGeom prst="round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371600" y="1188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4A261"/>
                </a:solidFill>
                <a:latin typeface="Comic Sans MS"/>
              </a:rPr>
              <a:t>🎉 ¡LO LOGRASTE! 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45920" y="210312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EFAE0"/>
                </a:solidFill>
                <a:latin typeface="Comic Sans MS"/>
              </a:rPr>
              <a:t>🐸💦  La ranita llegó a casa  🏡💚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0" y="29260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8F3DC"/>
                </a:solidFill>
                <a:latin typeface="Comic Sans MS"/>
              </a:rPr>
              <a:t>Cruzaste la laguna, el bosque y la selva.
¡Eres una guía de ranitas de primera!</a:t>
            </a:r>
          </a:p>
        </p:txBody>
      </p:sp>
      <p:pic>
        <p:nvPicPr>
          <p:cNvPr id="62" name="Picture 61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434840"/>
            <a:ext cx="1554480" cy="1554480"/>
          </a:xfrm>
          <a:prstGeom prst="rect">
            <a:avLst/>
          </a:prstGeom>
        </p:spPr>
      </p:pic>
      <p:sp>
        <p:nvSpPr>
          <p:cNvPr id="63" name="Rounded Rectangle 62">
            <a:hlinkClick r:id="rId4" action="ppaction://hlinksldjump"/>
          </p:cNvPr>
          <p:cNvSpPr/>
          <p:nvPr/>
        </p:nvSpPr>
        <p:spPr>
          <a:xfrm>
            <a:off x="4114800" y="5943600"/>
            <a:ext cx="3931920" cy="640080"/>
          </a:xfrm>
          <a:prstGeom prst="round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14281E"/>
                </a:solidFill>
                <a:latin typeface="Comic Sans MS"/>
              </a:rPr>
              <a:t>Jugar otra vez ▶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770</Words>
  <Application>Microsoft Office PowerPoint</Application>
  <PresentationFormat>Panorámica</PresentationFormat>
  <Paragraphs>128</Paragraphs>
  <Slides>57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1" baseType="lpstr">
      <vt:lpstr>Arial</vt:lpstr>
      <vt:lpstr>Calibri</vt:lpstr>
      <vt:lpstr>Comic Sans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Esteban Landazuri Sinisterra</cp:lastModifiedBy>
  <cp:revision>1</cp:revision>
  <dcterms:created xsi:type="dcterms:W3CDTF">2013-01-27T09:14:16Z</dcterms:created>
  <dcterms:modified xsi:type="dcterms:W3CDTF">2026-09-08T00:36:53Z</dcterms:modified>
  <cp:category/>
</cp:coreProperties>
</file>
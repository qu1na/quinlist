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rowseMode="browseKiosk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2.png"/><Relationship Id="rId9" Type="http://schemas.openxmlformats.org/officeDocument/2006/relationships/slide" Target="slide3.xml"/><Relationship Id="rId10" Type="http://schemas.openxmlformats.org/officeDocument/2006/relationships/slide" Target="slide4.xml"/><Relationship Id="rId11" Type="http://schemas.openxmlformats.org/officeDocument/2006/relationships/slide" Target="slide6.xml"/><Relationship Id="rId12" Type="http://schemas.openxmlformats.org/officeDocument/2006/relationships/slide" Target="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2.png"/><Relationship Id="rId9" Type="http://schemas.openxmlformats.org/officeDocument/2006/relationships/slide" Target="slide5.xml"/><Relationship Id="rId10" Type="http://schemas.openxmlformats.org/officeDocument/2006/relationships/slide" Target="slide4.xml"/><Relationship Id="rId11" Type="http://schemas.openxmlformats.org/officeDocument/2006/relationships/slide" Target="slide6.xml"/><Relationship Id="rId12" Type="http://schemas.openxmlformats.org/officeDocument/2006/relationships/slide" Target="slide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2.png"/><Relationship Id="rId9" Type="http://schemas.openxmlformats.org/officeDocument/2006/relationships/slide" Target="slide7.xml"/><Relationship Id="rId10" Type="http://schemas.openxmlformats.org/officeDocument/2006/relationships/slide" Target="slide4.xml"/><Relationship Id="rId11" Type="http://schemas.openxmlformats.org/officeDocument/2006/relationships/slide" Target="slide6.xml"/><Relationship Id="rId12" Type="http://schemas.openxmlformats.org/officeDocument/2006/relationships/slide" Target="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2.png"/><Relationship Id="rId9" Type="http://schemas.openxmlformats.org/officeDocument/2006/relationships/slide" Target="slide9.xml"/><Relationship Id="rId10" Type="http://schemas.openxmlformats.org/officeDocument/2006/relationships/slide" Target="slide4.xml"/><Relationship Id="rId11" Type="http://schemas.openxmlformats.org/officeDocument/2006/relationships/slide" Target="slide6.xml"/><Relationship Id="rId12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" Target="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2.png"/><Relationship Id="rId9" Type="http://schemas.openxmlformats.org/officeDocument/2006/relationships/slide" Target="slide10.xml"/><Relationship Id="rId10" Type="http://schemas.openxmlformats.org/officeDocument/2006/relationships/slide" Target="slide4.xml"/><Relationship Id="rId11" Type="http://schemas.openxmlformats.org/officeDocument/2006/relationships/slide" Target="slide6.xml"/><Relationship Id="rId12" Type="http://schemas.openxmlformats.org/officeDocument/2006/relationships/slide" Target="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1097280"/>
            <a:ext cx="9418320" cy="2011680"/>
          </a:xfrm>
          <a:prstGeom prst="roundRect">
            <a:avLst/>
          </a:prstGeom>
          <a:solidFill>
            <a:srgbClr val="081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34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EFAE0"/>
                </a:solidFill>
                <a:latin typeface="Comic Sans MS"/>
              </a:rPr>
              <a:t>🐸 La Ranita y el Estanque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9456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8F3DC"/>
                </a:solidFill>
                <a:latin typeface="Comic Sans MS"/>
              </a:rPr>
              <a:t>Ayuda a la ranita a llegar a casa saltando por los nenúfares</a:t>
            </a:r>
          </a:p>
        </p:txBody>
      </p:sp>
      <p:pic>
        <p:nvPicPr>
          <p:cNvPr id="6" name="Picture 5" descr="f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291840"/>
            <a:ext cx="1645920" cy="1645920"/>
          </a:xfrm>
          <a:prstGeom prst="rect">
            <a:avLst/>
          </a:prstGeom>
        </p:spPr>
      </p:pic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4754880"/>
            <a:ext cx="1188720" cy="1188720"/>
          </a:xfrm>
          <a:prstGeom prst="rect">
            <a:avLst/>
          </a:prstGeom>
        </p:spPr>
      </p:pic>
      <p:pic>
        <p:nvPicPr>
          <p:cNvPr id="8" name="Picture 7" descr="po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4389120"/>
            <a:ext cx="2011680" cy="2011680"/>
          </a:xfrm>
          <a:prstGeom prst="rect">
            <a:avLst/>
          </a:prstGeom>
        </p:spPr>
      </p:pic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4114800" y="5120640"/>
            <a:ext cx="3931920" cy="91440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400"/>
              </a:spcBef>
            </a:pPr>
            <a:r>
              <a:rPr sz="2800" b="1">
                <a:solidFill>
                  <a:srgbClr val="FFFFFF"/>
                </a:solidFill>
                <a:latin typeface="Comic Sans MS"/>
              </a:rPr>
              <a:t>▶  Empezar aventura</a:t>
            </a:r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28600"/>
            <a:ext cx="11064240" cy="1005840"/>
          </a:xfrm>
          <a:prstGeom prst="roundRect">
            <a:avLst/>
          </a:prstGeom>
          <a:solidFill>
            <a:srgbClr val="081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EFAE0"/>
                </a:solidFill>
                <a:latin typeface="Comic Sans MS"/>
              </a:rPr>
              <a:t>Paso 1: ¡Haz clic en el primer nenúfar! 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7E4C7"/>
                </a:solidFill>
                <a:latin typeface="Comic Sans MS"/>
              </a:rPr>
              <a:t>Toca solo los nenúfares. Evita piedras, troncos y flores peligrosas.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4709160"/>
            <a:ext cx="1737360" cy="914400"/>
          </a:xfrm>
          <a:prstGeom prst="ellipse">
            <a:avLst/>
          </a:prstGeom>
          <a:solidFill>
            <a:srgbClr val="588B4A"/>
          </a:solidFill>
          <a:ln>
            <a:solidFill>
              <a:srgbClr val="345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3200400"/>
            <a:ext cx="1371600" cy="137160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389120"/>
            <a:ext cx="1371600" cy="1371600"/>
          </a:xfrm>
          <a:prstGeom prst="rect">
            <a:avLst/>
          </a:prstGeom>
        </p:spPr>
      </p:pic>
      <p:pic>
        <p:nvPicPr>
          <p:cNvPr id="9" name="Picture 8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017520"/>
            <a:ext cx="1371600" cy="1371600"/>
          </a:xfrm>
          <a:prstGeom prst="rect">
            <a:avLst/>
          </a:prstGeom>
        </p:spPr>
      </p:pic>
      <p:pic>
        <p:nvPicPr>
          <p:cNvPr id="10" name="Picture 9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206240"/>
            <a:ext cx="1371600" cy="1371600"/>
          </a:xfrm>
          <a:prstGeom prst="rect">
            <a:avLst/>
          </a:prstGeom>
        </p:spPr>
      </p:pic>
      <p:pic>
        <p:nvPicPr>
          <p:cNvPr id="11" name="Picture 10" descr="p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377440"/>
            <a:ext cx="2103120" cy="2103120"/>
          </a:xfrm>
          <a:prstGeom prst="rect">
            <a:avLst/>
          </a:prstGeom>
        </p:spPr>
      </p:pic>
      <p:pic>
        <p:nvPicPr>
          <p:cNvPr id="12" name="Picture 11" descr="r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194560"/>
            <a:ext cx="1005840" cy="1005840"/>
          </a:xfrm>
          <a:prstGeom prst="rect">
            <a:avLst/>
          </a:prstGeom>
        </p:spPr>
      </p:pic>
      <p:pic>
        <p:nvPicPr>
          <p:cNvPr id="13" name="Picture 12" descr="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5029200"/>
            <a:ext cx="1280160" cy="1280160"/>
          </a:xfrm>
          <a:prstGeom prst="rect">
            <a:avLst/>
          </a:prstGeom>
        </p:spPr>
      </p:pic>
      <p:pic>
        <p:nvPicPr>
          <p:cNvPr id="14" name="Picture 13" descr="flow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2286000"/>
            <a:ext cx="914400" cy="914400"/>
          </a:xfrm>
          <a:prstGeom prst="rect">
            <a:avLst/>
          </a:prstGeom>
        </p:spPr>
      </p:pic>
      <p:pic>
        <p:nvPicPr>
          <p:cNvPr id="15" name="Picture 14" descr="fro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703320"/>
            <a:ext cx="1051560" cy="1051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EFAE0"/>
                </a:solidFill>
                <a:latin typeface="Comic Sans MS"/>
              </a:rPr>
              <a:t>💡 Consejo: el camino correcto es de nenúfar en nenúfar hasta el estanque 💧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2377440" y="3200400"/>
            <a:ext cx="1371600" cy="1280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>
            <a:hlinkClick action="ppaction://hlinksldjump" r:id="rId10"/>
          </p:cNvPr>
          <p:cNvSpPr/>
          <p:nvPr/>
        </p:nvSpPr>
        <p:spPr>
          <a:xfrm>
            <a:off x="4206240" y="2194560"/>
            <a:ext cx="100584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>
            <a:hlinkClick action="ppaction://hlinksldjump" r:id="rId11"/>
          </p:cNvPr>
          <p:cNvSpPr/>
          <p:nvPr/>
        </p:nvSpPr>
        <p:spPr>
          <a:xfrm>
            <a:off x="6217920" y="5029200"/>
            <a:ext cx="128016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>
            <a:hlinkClick action="ppaction://hlinksldjump" r:id="rId12"/>
          </p:cNvPr>
          <p:cNvSpPr/>
          <p:nvPr/>
        </p:nvSpPr>
        <p:spPr>
          <a:xfrm>
            <a:off x="8229600" y="2286000"/>
            <a:ext cx="9144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28600"/>
            <a:ext cx="11064240" cy="1005840"/>
          </a:xfrm>
          <a:prstGeom prst="roundRect">
            <a:avLst/>
          </a:prstGeom>
          <a:solidFill>
            <a:srgbClr val="081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EFAE0"/>
                </a:solidFill>
                <a:latin typeface="Comic Sans MS"/>
              </a:rPr>
              <a:t>⭐ ¡Muy bien! La ranita saltó al primer nenúfar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7E4C7"/>
                </a:solidFill>
                <a:latin typeface="Comic Sans MS"/>
              </a:rPr>
              <a:t>Ahora elige el siguiente nenúfar… ¡cuidado con la piedra!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4709160"/>
            <a:ext cx="1737360" cy="914400"/>
          </a:xfrm>
          <a:prstGeom prst="ellipse">
            <a:avLst/>
          </a:prstGeom>
          <a:solidFill>
            <a:srgbClr val="588B4A"/>
          </a:solidFill>
          <a:ln>
            <a:solidFill>
              <a:srgbClr val="345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3200400"/>
            <a:ext cx="1371600" cy="137160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389120"/>
            <a:ext cx="1371600" cy="1371600"/>
          </a:xfrm>
          <a:prstGeom prst="rect">
            <a:avLst/>
          </a:prstGeom>
        </p:spPr>
      </p:pic>
      <p:pic>
        <p:nvPicPr>
          <p:cNvPr id="9" name="Picture 8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017520"/>
            <a:ext cx="1371600" cy="1371600"/>
          </a:xfrm>
          <a:prstGeom prst="rect">
            <a:avLst/>
          </a:prstGeom>
        </p:spPr>
      </p:pic>
      <p:pic>
        <p:nvPicPr>
          <p:cNvPr id="10" name="Picture 9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206240"/>
            <a:ext cx="1371600" cy="1371600"/>
          </a:xfrm>
          <a:prstGeom prst="rect">
            <a:avLst/>
          </a:prstGeom>
        </p:spPr>
      </p:pic>
      <p:pic>
        <p:nvPicPr>
          <p:cNvPr id="11" name="Picture 10" descr="p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377440"/>
            <a:ext cx="2103120" cy="2103120"/>
          </a:xfrm>
          <a:prstGeom prst="rect">
            <a:avLst/>
          </a:prstGeom>
        </p:spPr>
      </p:pic>
      <p:pic>
        <p:nvPicPr>
          <p:cNvPr id="12" name="Picture 11" descr="r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194560"/>
            <a:ext cx="1005840" cy="1005840"/>
          </a:xfrm>
          <a:prstGeom prst="rect">
            <a:avLst/>
          </a:prstGeom>
        </p:spPr>
      </p:pic>
      <p:pic>
        <p:nvPicPr>
          <p:cNvPr id="13" name="Picture 12" descr="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5029200"/>
            <a:ext cx="1280160" cy="1280160"/>
          </a:xfrm>
          <a:prstGeom prst="rect">
            <a:avLst/>
          </a:prstGeom>
        </p:spPr>
      </p:pic>
      <p:pic>
        <p:nvPicPr>
          <p:cNvPr id="14" name="Picture 13" descr="flow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2286000"/>
            <a:ext cx="914400" cy="914400"/>
          </a:xfrm>
          <a:prstGeom prst="rect">
            <a:avLst/>
          </a:prstGeom>
        </p:spPr>
      </p:pic>
      <p:pic>
        <p:nvPicPr>
          <p:cNvPr id="15" name="Picture 14" descr="fro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2697480"/>
            <a:ext cx="1051560" cy="1051560"/>
          </a:xfrm>
          <a:prstGeom prst="rect">
            <a:avLst/>
          </a:prstGeom>
        </p:spPr>
      </p:pic>
      <p:sp>
        <p:nvSpPr>
          <p:cNvPr id="16" name="Rounded Rectangle 15">
            <a:hlinkClick action="ppaction://hlinksldjump" r:id="rId9"/>
          </p:cNvPr>
          <p:cNvSpPr/>
          <p:nvPr/>
        </p:nvSpPr>
        <p:spPr>
          <a:xfrm>
            <a:off x="4389120" y="4389120"/>
            <a:ext cx="1371600" cy="1280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>
            <a:hlinkClick action="ppaction://hlinksldjump" r:id="rId10"/>
          </p:cNvPr>
          <p:cNvSpPr/>
          <p:nvPr/>
        </p:nvSpPr>
        <p:spPr>
          <a:xfrm>
            <a:off x="4206240" y="2194560"/>
            <a:ext cx="100584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6217920" y="5029200"/>
            <a:ext cx="128016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8229600" y="2286000"/>
            <a:ext cx="9144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28800" y="1645920"/>
            <a:ext cx="8503920" cy="2926080"/>
          </a:xfrm>
          <a:prstGeom prst="roundRect">
            <a:avLst/>
          </a:prstGeom>
          <a:solidFill>
            <a:srgbClr val="4A1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CDD2"/>
                </a:solidFill>
                <a:latin typeface="Comic Sans MS"/>
              </a:rPr>
              <a:t>❌ ¡Cuidado!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7432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EFAE0"/>
                </a:solidFill>
                <a:latin typeface="Comic Sans MS"/>
              </a:rPr>
              <a:t>La piedra no es un buen lugar para saltar.
¡Intenta otra vez!</a:t>
            </a:r>
          </a:p>
        </p:txBody>
      </p:sp>
      <p:pic>
        <p:nvPicPr>
          <p:cNvPr id="6" name="Picture 5" descr="r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931920"/>
            <a:ext cx="1097280" cy="1097280"/>
          </a:xfrm>
          <a:prstGeom prst="rect">
            <a:avLst/>
          </a:prstGeom>
        </p:spPr>
      </p:pic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4114800" y="5303520"/>
            <a:ext cx="3931920" cy="82296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sz="2400" b="1">
                <a:solidFill>
                  <a:srgbClr val="1B432E"/>
                </a:solidFill>
                <a:latin typeface="Comic Sans MS"/>
              </a:rPr>
              <a:t>Volver e intentar ↩</a:t>
            </a:r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28600"/>
            <a:ext cx="11064240" cy="1005840"/>
          </a:xfrm>
          <a:prstGeom prst="roundRect">
            <a:avLst/>
          </a:prstGeom>
          <a:solidFill>
            <a:srgbClr val="081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EFAE0"/>
                </a:solidFill>
                <a:latin typeface="Comic Sans MS"/>
              </a:rPr>
              <a:t>⭐ ¡Muy bien! Sigue adelante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7E4C7"/>
                </a:solidFill>
                <a:latin typeface="Comic Sans MS"/>
              </a:rPr>
              <a:t>El tronco parece tentador… ¡mejor un nenúfar!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4709160"/>
            <a:ext cx="1737360" cy="914400"/>
          </a:xfrm>
          <a:prstGeom prst="ellipse">
            <a:avLst/>
          </a:prstGeom>
          <a:solidFill>
            <a:srgbClr val="588B4A"/>
          </a:solidFill>
          <a:ln>
            <a:solidFill>
              <a:srgbClr val="345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3200400"/>
            <a:ext cx="1371600" cy="137160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389120"/>
            <a:ext cx="1371600" cy="1371600"/>
          </a:xfrm>
          <a:prstGeom prst="rect">
            <a:avLst/>
          </a:prstGeom>
        </p:spPr>
      </p:pic>
      <p:pic>
        <p:nvPicPr>
          <p:cNvPr id="9" name="Picture 8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017520"/>
            <a:ext cx="1371600" cy="1371600"/>
          </a:xfrm>
          <a:prstGeom prst="rect">
            <a:avLst/>
          </a:prstGeom>
        </p:spPr>
      </p:pic>
      <p:pic>
        <p:nvPicPr>
          <p:cNvPr id="10" name="Picture 9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206240"/>
            <a:ext cx="1371600" cy="1371600"/>
          </a:xfrm>
          <a:prstGeom prst="rect">
            <a:avLst/>
          </a:prstGeom>
        </p:spPr>
      </p:pic>
      <p:pic>
        <p:nvPicPr>
          <p:cNvPr id="11" name="Picture 10" descr="p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377440"/>
            <a:ext cx="2103120" cy="2103120"/>
          </a:xfrm>
          <a:prstGeom prst="rect">
            <a:avLst/>
          </a:prstGeom>
        </p:spPr>
      </p:pic>
      <p:pic>
        <p:nvPicPr>
          <p:cNvPr id="12" name="Picture 11" descr="r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194560"/>
            <a:ext cx="1005840" cy="1005840"/>
          </a:xfrm>
          <a:prstGeom prst="rect">
            <a:avLst/>
          </a:prstGeom>
        </p:spPr>
      </p:pic>
      <p:pic>
        <p:nvPicPr>
          <p:cNvPr id="13" name="Picture 12" descr="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5029200"/>
            <a:ext cx="1280160" cy="1280160"/>
          </a:xfrm>
          <a:prstGeom prst="rect">
            <a:avLst/>
          </a:prstGeom>
        </p:spPr>
      </p:pic>
      <p:pic>
        <p:nvPicPr>
          <p:cNvPr id="14" name="Picture 13" descr="flow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2286000"/>
            <a:ext cx="914400" cy="914400"/>
          </a:xfrm>
          <a:prstGeom prst="rect">
            <a:avLst/>
          </a:prstGeom>
        </p:spPr>
      </p:pic>
      <p:pic>
        <p:nvPicPr>
          <p:cNvPr id="15" name="Picture 14" descr="fro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3886200"/>
            <a:ext cx="1051560" cy="1051560"/>
          </a:xfrm>
          <a:prstGeom prst="rect">
            <a:avLst/>
          </a:prstGeom>
        </p:spPr>
      </p:pic>
      <p:sp>
        <p:nvSpPr>
          <p:cNvPr id="16" name="Rounded Rectangle 15">
            <a:hlinkClick action="ppaction://hlinksldjump" r:id="rId9"/>
          </p:cNvPr>
          <p:cNvSpPr/>
          <p:nvPr/>
        </p:nvSpPr>
        <p:spPr>
          <a:xfrm>
            <a:off x="6400800" y="3017520"/>
            <a:ext cx="1371600" cy="1280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>
            <a:hlinkClick action="ppaction://hlinksldjump" r:id="rId10"/>
          </p:cNvPr>
          <p:cNvSpPr/>
          <p:nvPr/>
        </p:nvSpPr>
        <p:spPr>
          <a:xfrm>
            <a:off x="4206240" y="2194560"/>
            <a:ext cx="100584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6217920" y="5029200"/>
            <a:ext cx="128016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8229600" y="2286000"/>
            <a:ext cx="9144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28800" y="1645920"/>
            <a:ext cx="8503920" cy="2926080"/>
          </a:xfrm>
          <a:prstGeom prst="roundRect">
            <a:avLst/>
          </a:prstGeom>
          <a:solidFill>
            <a:srgbClr val="4A1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CDD2"/>
                </a:solidFill>
                <a:latin typeface="Comic Sans MS"/>
              </a:rPr>
              <a:t>❌ ¡Ups! Tronco resbaloso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7432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EFAE0"/>
                </a:solidFill>
                <a:latin typeface="Comic Sans MS"/>
              </a:rPr>
              <a:t>La ranita casi se cae al agua.
¡Elige un nenúfar la próxima vez!</a:t>
            </a:r>
          </a:p>
        </p:txBody>
      </p:sp>
      <p:pic>
        <p:nvPicPr>
          <p:cNvPr id="6" name="Picture 5" descr="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4023360"/>
            <a:ext cx="1463040" cy="1463040"/>
          </a:xfrm>
          <a:prstGeom prst="rect">
            <a:avLst/>
          </a:prstGeom>
        </p:spPr>
      </p:pic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4114800" y="5303520"/>
            <a:ext cx="3931920" cy="82296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sz="2400" b="1">
                <a:solidFill>
                  <a:srgbClr val="1B432E"/>
                </a:solidFill>
                <a:latin typeface="Comic Sans MS"/>
              </a:rPr>
              <a:t>Volver e intentar ↩</a:t>
            </a:r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28600"/>
            <a:ext cx="11064240" cy="1005840"/>
          </a:xfrm>
          <a:prstGeom prst="roundRect">
            <a:avLst/>
          </a:prstGeom>
          <a:solidFill>
            <a:srgbClr val="081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EFAE0"/>
                </a:solidFill>
                <a:latin typeface="Comic Sans MS"/>
              </a:rPr>
              <a:t>⭐ ¡Excelente salto!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7E4C7"/>
                </a:solidFill>
                <a:latin typeface="Comic Sans MS"/>
              </a:rPr>
              <a:t>Ya casi llegas… ignora la flor y salta al siguiente nenúfar.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4709160"/>
            <a:ext cx="1737360" cy="914400"/>
          </a:xfrm>
          <a:prstGeom prst="ellipse">
            <a:avLst/>
          </a:prstGeom>
          <a:solidFill>
            <a:srgbClr val="588B4A"/>
          </a:solidFill>
          <a:ln>
            <a:solidFill>
              <a:srgbClr val="345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3200400"/>
            <a:ext cx="1371600" cy="137160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389120"/>
            <a:ext cx="1371600" cy="1371600"/>
          </a:xfrm>
          <a:prstGeom prst="rect">
            <a:avLst/>
          </a:prstGeom>
        </p:spPr>
      </p:pic>
      <p:pic>
        <p:nvPicPr>
          <p:cNvPr id="9" name="Picture 8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017520"/>
            <a:ext cx="1371600" cy="1371600"/>
          </a:xfrm>
          <a:prstGeom prst="rect">
            <a:avLst/>
          </a:prstGeom>
        </p:spPr>
      </p:pic>
      <p:pic>
        <p:nvPicPr>
          <p:cNvPr id="10" name="Picture 9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206240"/>
            <a:ext cx="1371600" cy="1371600"/>
          </a:xfrm>
          <a:prstGeom prst="rect">
            <a:avLst/>
          </a:prstGeom>
        </p:spPr>
      </p:pic>
      <p:pic>
        <p:nvPicPr>
          <p:cNvPr id="11" name="Picture 10" descr="p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377440"/>
            <a:ext cx="2103120" cy="2103120"/>
          </a:xfrm>
          <a:prstGeom prst="rect">
            <a:avLst/>
          </a:prstGeom>
        </p:spPr>
      </p:pic>
      <p:pic>
        <p:nvPicPr>
          <p:cNvPr id="12" name="Picture 11" descr="r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194560"/>
            <a:ext cx="1005840" cy="1005840"/>
          </a:xfrm>
          <a:prstGeom prst="rect">
            <a:avLst/>
          </a:prstGeom>
        </p:spPr>
      </p:pic>
      <p:pic>
        <p:nvPicPr>
          <p:cNvPr id="13" name="Picture 12" descr="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5029200"/>
            <a:ext cx="1280160" cy="1280160"/>
          </a:xfrm>
          <a:prstGeom prst="rect">
            <a:avLst/>
          </a:prstGeom>
        </p:spPr>
      </p:pic>
      <p:pic>
        <p:nvPicPr>
          <p:cNvPr id="14" name="Picture 13" descr="flow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2286000"/>
            <a:ext cx="914400" cy="914400"/>
          </a:xfrm>
          <a:prstGeom prst="rect">
            <a:avLst/>
          </a:prstGeom>
        </p:spPr>
      </p:pic>
      <p:pic>
        <p:nvPicPr>
          <p:cNvPr id="15" name="Picture 14" descr="fro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2514600"/>
            <a:ext cx="1051560" cy="1051560"/>
          </a:xfrm>
          <a:prstGeom prst="rect">
            <a:avLst/>
          </a:prstGeom>
        </p:spPr>
      </p:pic>
      <p:sp>
        <p:nvSpPr>
          <p:cNvPr id="16" name="Rounded Rectangle 15">
            <a:hlinkClick action="ppaction://hlinksldjump" r:id="rId9"/>
          </p:cNvPr>
          <p:cNvSpPr/>
          <p:nvPr/>
        </p:nvSpPr>
        <p:spPr>
          <a:xfrm>
            <a:off x="8321040" y="4206240"/>
            <a:ext cx="1371600" cy="12801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>
            <a:hlinkClick action="ppaction://hlinksldjump" r:id="rId10"/>
          </p:cNvPr>
          <p:cNvSpPr/>
          <p:nvPr/>
        </p:nvSpPr>
        <p:spPr>
          <a:xfrm>
            <a:off x="4206240" y="2194560"/>
            <a:ext cx="100584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6217920" y="5029200"/>
            <a:ext cx="128016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8229600" y="2286000"/>
            <a:ext cx="9144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28800" y="1645920"/>
            <a:ext cx="8503920" cy="2926080"/>
          </a:xfrm>
          <a:prstGeom prst="roundRect">
            <a:avLst/>
          </a:prstGeom>
          <a:solidFill>
            <a:srgbClr val="4A1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CDD2"/>
                </a:solidFill>
                <a:latin typeface="Comic Sans MS"/>
              </a:rPr>
              <a:t>❌ ¡Cuidado con la flor!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7432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EFAE0"/>
                </a:solidFill>
                <a:latin typeface="Comic Sans MS"/>
              </a:rPr>
              <a:t>Bonita, pero no es un buen sitio para saltar.
¡Intenta otra vez!</a:t>
            </a:r>
          </a:p>
        </p:txBody>
      </p:sp>
      <p:pic>
        <p:nvPicPr>
          <p:cNvPr id="6" name="Picture 5" descr="fl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931920"/>
            <a:ext cx="1097280" cy="1097280"/>
          </a:xfrm>
          <a:prstGeom prst="rect">
            <a:avLst/>
          </a:prstGeom>
        </p:spPr>
      </p:pic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4114800" y="5303520"/>
            <a:ext cx="3931920" cy="82296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sz="2400" b="1">
                <a:solidFill>
                  <a:srgbClr val="1B432E"/>
                </a:solidFill>
                <a:latin typeface="Comic Sans MS"/>
              </a:rPr>
              <a:t>Volver e intentar ↩</a:t>
            </a:r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28600"/>
            <a:ext cx="11064240" cy="1005840"/>
          </a:xfrm>
          <a:prstGeom prst="roundRect">
            <a:avLst/>
          </a:prstGeom>
          <a:solidFill>
            <a:srgbClr val="081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EFAE0"/>
                </a:solidFill>
                <a:latin typeface="Comic Sans MS"/>
              </a:rPr>
              <a:t>⭐ ¡Último salto! Toca el estanque 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7E4C7"/>
                </a:solidFill>
                <a:latin typeface="Comic Sans MS"/>
              </a:rPr>
              <a:t>La ranita ya ve su casa…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4709160"/>
            <a:ext cx="1737360" cy="914400"/>
          </a:xfrm>
          <a:prstGeom prst="ellipse">
            <a:avLst/>
          </a:prstGeom>
          <a:solidFill>
            <a:srgbClr val="588B4A"/>
          </a:solidFill>
          <a:ln>
            <a:solidFill>
              <a:srgbClr val="345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3200400"/>
            <a:ext cx="1371600" cy="1371600"/>
          </a:xfrm>
          <a:prstGeom prst="rect">
            <a:avLst/>
          </a:prstGeom>
        </p:spPr>
      </p:pic>
      <p:pic>
        <p:nvPicPr>
          <p:cNvPr id="8" name="Picture 7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389120"/>
            <a:ext cx="1371600" cy="1371600"/>
          </a:xfrm>
          <a:prstGeom prst="rect">
            <a:avLst/>
          </a:prstGeom>
        </p:spPr>
      </p:pic>
      <p:pic>
        <p:nvPicPr>
          <p:cNvPr id="9" name="Picture 8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017520"/>
            <a:ext cx="1371600" cy="1371600"/>
          </a:xfrm>
          <a:prstGeom prst="rect">
            <a:avLst/>
          </a:prstGeom>
        </p:spPr>
      </p:pic>
      <p:pic>
        <p:nvPicPr>
          <p:cNvPr id="10" name="Picture 9" descr="l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206240"/>
            <a:ext cx="1371600" cy="1371600"/>
          </a:xfrm>
          <a:prstGeom prst="rect">
            <a:avLst/>
          </a:prstGeom>
        </p:spPr>
      </p:pic>
      <p:pic>
        <p:nvPicPr>
          <p:cNvPr id="11" name="Picture 10" descr="p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377440"/>
            <a:ext cx="2103120" cy="2103120"/>
          </a:xfrm>
          <a:prstGeom prst="rect">
            <a:avLst/>
          </a:prstGeom>
        </p:spPr>
      </p:pic>
      <p:pic>
        <p:nvPicPr>
          <p:cNvPr id="12" name="Picture 11" descr="r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194560"/>
            <a:ext cx="1005840" cy="1005840"/>
          </a:xfrm>
          <a:prstGeom prst="rect">
            <a:avLst/>
          </a:prstGeom>
        </p:spPr>
      </p:pic>
      <p:pic>
        <p:nvPicPr>
          <p:cNvPr id="13" name="Picture 12" descr="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5029200"/>
            <a:ext cx="1280160" cy="1280160"/>
          </a:xfrm>
          <a:prstGeom prst="rect">
            <a:avLst/>
          </a:prstGeom>
        </p:spPr>
      </p:pic>
      <p:pic>
        <p:nvPicPr>
          <p:cNvPr id="14" name="Picture 13" descr="flow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2286000"/>
            <a:ext cx="914400" cy="914400"/>
          </a:xfrm>
          <a:prstGeom prst="rect">
            <a:avLst/>
          </a:prstGeom>
        </p:spPr>
      </p:pic>
      <p:pic>
        <p:nvPicPr>
          <p:cNvPr id="15" name="Picture 14" descr="fro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3703320"/>
            <a:ext cx="1051560" cy="1051560"/>
          </a:xfrm>
          <a:prstGeom prst="rect">
            <a:avLst/>
          </a:prstGeom>
        </p:spPr>
      </p:pic>
      <p:sp>
        <p:nvSpPr>
          <p:cNvPr id="16" name="Rounded Rectangle 15">
            <a:hlinkClick action="ppaction://hlinksldjump" r:id="rId9"/>
          </p:cNvPr>
          <p:cNvSpPr/>
          <p:nvPr/>
        </p:nvSpPr>
        <p:spPr>
          <a:xfrm>
            <a:off x="9692640" y="2377440"/>
            <a:ext cx="2103120" cy="1828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>
            <a:hlinkClick action="ppaction://hlinksldjump" r:id="rId10"/>
          </p:cNvPr>
          <p:cNvSpPr/>
          <p:nvPr/>
        </p:nvSpPr>
        <p:spPr>
          <a:xfrm>
            <a:off x="4206240" y="2194560"/>
            <a:ext cx="100584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6217920" y="5029200"/>
            <a:ext cx="1280160" cy="82296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>
            <a:hlinkClick action="ppaction://hlinksldjump" r:id="rId12"/>
          </p:cNvPr>
          <p:cNvSpPr/>
          <p:nvPr/>
        </p:nvSpPr>
        <p:spPr>
          <a:xfrm>
            <a:off x="8229600" y="2286000"/>
            <a:ext cx="9144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886894" y="1120848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2987" y="5289497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53828" y="543512"/>
            <a:ext cx="164592" cy="164592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69424" y="717293"/>
            <a:ext cx="164592" cy="164592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3604" y="746926"/>
            <a:ext cx="164592" cy="164592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3737" y="3698825"/>
            <a:ext cx="164592" cy="16459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09380" y="3807908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12295" y="2649407"/>
            <a:ext cx="164592" cy="16459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3981" y="5520768"/>
            <a:ext cx="164592" cy="164592"/>
          </a:xfrm>
          <a:prstGeom prst="ellipse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50101" y="3544821"/>
            <a:ext cx="164592" cy="164592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15644" y="5257488"/>
            <a:ext cx="164592" cy="16459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23976" y="3734583"/>
            <a:ext cx="164592" cy="16459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28667" y="3588711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0232" y="4031832"/>
            <a:ext cx="164592" cy="164592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64644" y="2841614"/>
            <a:ext cx="164592" cy="164592"/>
          </a:xfrm>
          <a:prstGeom prst="ellipse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68425" y="5924764"/>
            <a:ext cx="164592" cy="164592"/>
          </a:xfrm>
          <a:prstGeom prst="ellipse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18424" y="5122268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73849" y="691847"/>
            <a:ext cx="164592" cy="164592"/>
          </a:xfrm>
          <a:prstGeom prst="ellipse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33244" y="562441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81370" y="3969338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91424" y="2782734"/>
            <a:ext cx="164592" cy="164592"/>
          </a:xfrm>
          <a:prstGeom prst="ellipse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69810" y="3223213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06297" y="665517"/>
            <a:ext cx="164592" cy="164592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66814" y="5626530"/>
            <a:ext cx="164592" cy="164592"/>
          </a:xfrm>
          <a:prstGeom prst="ellipse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068616" y="2360261"/>
            <a:ext cx="164592" cy="164592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43445" y="3019528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812879" y="3130785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9438" y="4729170"/>
            <a:ext cx="164592" cy="164592"/>
          </a:xfrm>
          <a:prstGeom prst="ellipse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93482" y="6357871"/>
            <a:ext cx="164592" cy="164592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49176" y="258170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145399" y="6031757"/>
            <a:ext cx="164592" cy="164592"/>
          </a:xfrm>
          <a:prstGeom prst="ellipse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49013" y="910972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08576" y="1970108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36631" y="2613773"/>
            <a:ext cx="164592" cy="164592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73259" y="2975891"/>
            <a:ext cx="164592" cy="164592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373804" y="1034275"/>
            <a:ext cx="164592" cy="164592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12654" y="1914079"/>
            <a:ext cx="164592" cy="164592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279031" y="4427997"/>
            <a:ext cx="164592" cy="164592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58462" y="1121294"/>
            <a:ext cx="164592" cy="16459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962156" y="4277484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371600" y="914400"/>
            <a:ext cx="9418320" cy="3291840"/>
          </a:xfrm>
          <a:prstGeom prst="roundRect">
            <a:avLst/>
          </a:prstGeom>
          <a:solidFill>
            <a:srgbClr val="081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109728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4A261"/>
                </a:solidFill>
                <a:latin typeface="Comic Sans MS"/>
              </a:rPr>
              <a:t>🎉 ¡LO LOGRASTE! 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201168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EFAE0"/>
                </a:solidFill>
                <a:latin typeface="Comic Sans MS"/>
              </a:rPr>
              <a:t>🐸💦  La ranita llegó a casa  🏡💚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28346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8F3DC"/>
                </a:solidFill>
                <a:latin typeface="Comic Sans MS"/>
              </a:rPr>
              <a:t>Saltaste de nenúfar en nenúfar y evitaste los obstáculos.
¡Eres un gran guía de ranitas!</a:t>
            </a:r>
          </a:p>
        </p:txBody>
      </p:sp>
      <p:pic>
        <p:nvPicPr>
          <p:cNvPr id="47" name="Picture 46" descr="f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389120"/>
            <a:ext cx="1463040" cy="1463040"/>
          </a:xfrm>
          <a:prstGeom prst="rect">
            <a:avLst/>
          </a:prstGeom>
        </p:spPr>
      </p:pic>
      <p:pic>
        <p:nvPicPr>
          <p:cNvPr id="48" name="Picture 47" descr="p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206240"/>
            <a:ext cx="2194560" cy="2194560"/>
          </a:xfrm>
          <a:prstGeom prst="rect">
            <a:avLst/>
          </a:prstGeom>
        </p:spPr>
      </p:pic>
      <p:sp>
        <p:nvSpPr>
          <p:cNvPr id="49" name="Rounded Rectangle 48">
            <a:hlinkClick action="ppaction://hlinksldjump" r:id="rId5"/>
          </p:cNvPr>
          <p:cNvSpPr/>
          <p:nvPr/>
        </p:nvSpPr>
        <p:spPr>
          <a:xfrm>
            <a:off x="4114800" y="5943600"/>
            <a:ext cx="3931920" cy="640080"/>
          </a:xfrm>
          <a:prstGeom prst="round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2200" b="1">
                <a:solidFill>
                  <a:srgbClr val="1B432E"/>
                </a:solidFill>
                <a:latin typeface="Comic Sans MS"/>
              </a:rPr>
              <a:t>Jugar otra vez ▶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